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50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EA9D7-4EA2-D87F-C2E6-8298FCE9D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044CD1-0D00-ADCF-97E9-719A3F62E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F0CE54-7470-1D97-43BA-0ECF5A28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58D54-7C8E-47E7-EDA1-DF691130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7341D8-CA56-1227-A783-DC4FE139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3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1C9C8-C77E-0315-C4B5-A8E82E13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FCAA60-3C1B-7892-88DD-6E94B285E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A4B8B-2C47-F065-2817-93372BEB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93CBC-20B3-72AA-6D59-BF8212F9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007991-AF4F-13C4-83B9-A580CEDE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184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7A8F3-5B33-7FAA-CCA9-A1FEF7E5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A98B96-2B05-49D4-21AB-A77502BE9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91A2BF-1C68-612B-8E8F-F33F0D83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925B4E-992E-A14F-EC74-502A7E7C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046AF4-B694-E4AC-2362-0F1C6B10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22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0DD5E-648E-50E2-EFC2-B1A5FEE2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0AE45E-B851-5BDD-6C69-895AD6EEB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758757-3EF0-AC3F-8C36-2E6E30299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56BE06-5D97-95C8-9075-FC5F876F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B084D7-38C3-50D4-174E-694DA4016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7713D1-D0CE-C1B6-3CD5-07C166A3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746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476F7-2266-2069-A10D-6545622F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F0C559-59AE-D89E-4F2C-A8F76D73E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D2960-3C75-F48F-C605-69EEB1EEE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9316D3-3723-B8A7-8D6E-B6DCE1548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9CEEDF-763B-2937-982E-57A0649B9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E91D79-CB67-FF0F-3B12-C4AA2E4F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55A87BD-2B5A-A6A5-40AC-0B67D632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644E43-52F7-3CCE-A135-8055B1A7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5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5590B-15DF-46F3-8800-112ABCA6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401114-B8E4-0619-E0C5-D1CF684E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B6FB97-628A-F2F0-7F62-7994AA30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4DC577-2DC3-4513-BF51-B2389D63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92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0FC0AF-0746-F803-A80D-40F813BB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45C143-8E40-2B1B-2F8A-475F2FE3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8D5CEC-C457-94C5-184B-4DF3521C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0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E6834-FAB1-0C39-D317-146C2157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56E16E-5D65-20BB-8259-482F3E5C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7A7AD5-CF85-CC42-1AA8-E5D3359D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9A9DC3-4CD4-ED89-4951-6F7FBADF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2164E5-5701-BC8F-5F7B-51A88887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DAE935-3F4E-3E4A-BDB5-0368D840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47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970A9-8573-355E-6C90-7E08EB2AB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9177098-893A-E627-D629-3ACADADEA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DD79DB-78F5-9258-DA50-C253D8E9A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B728DC-19B7-C305-28EA-E50A432A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4D2663-6FFE-1B47-6D27-0CC598F9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FFE5E7-59C3-1BB9-0241-5E82DE8B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43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342E-7D7D-5ED6-A637-06B5CB08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5A4202-3829-3BD4-F9E2-7F31131E5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DDE99-E389-2CE5-4AF8-BC51181B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1C3D90-D25D-412B-6FE6-1B1DC528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F55A2-29D5-2D53-C75D-A3E5F587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20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DE0D4D7-CC6D-0540-C2BD-DDD001162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6D0103-60AA-1167-6168-108A53AFF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5B9A73-51B8-846A-2716-3251EE32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63A799-28D7-66EE-5A95-C66AA86D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38481-D96A-776F-E4A8-3B480173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9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1B22A-A929-7321-0A3A-078A1D13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821A82-4A10-BF05-30C6-CB55FFCB6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E80982-40B1-16A8-E9F1-328AD8A91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8B913-8314-4A5A-B339-E8A3F8D1FB8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802932-21AD-50FD-DB9A-92E142AA9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E91E02-1021-2E3D-C281-C45A2635D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ED41F-0EE4-427B-A7B7-8C727FF6C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03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6B497-0732-7433-F12C-CCACEDB04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E2A485-22CD-99E7-C2D6-33852F0583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3B4941-13CC-7AC7-9E9E-D8D3F293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2483F-F2F1-A14B-4289-47128E9C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67885-06DC-EDA9-8680-245E453F7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DEA66A-22D3-9978-5FA5-40AF226E6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9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68F122-1669-4159-2387-DA30F205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F3B45-AE79-61F7-1E25-3C565AAD5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7E590B-9821-4665-CDE8-CC4655B50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38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2026-06-15T04:27:55Z</dcterms:created>
  <dcterms:modified xsi:type="dcterms:W3CDTF">2026-06-15T04:29:57Z</dcterms:modified>
</cp:coreProperties>
</file>